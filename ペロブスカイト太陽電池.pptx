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ペロブスカイト太陽電池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次世代の太陽光発電技術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目次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1. ペロブスカイト太陽電池とは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2. 発展の歴史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3. 基本構造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4. 動作原理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5. 主な利点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6. 克服すべき課題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7. 最新の研究動向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8. タンデム太陽電池の可能性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9. 将来展望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10. 日本における取り組み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11. 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ペロブスカイト太陽電池とは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【定義】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ペロブスカイト構造を持つ材料を光吸収層に使用した太陽電池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【ペロブスカイト構造】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化学式: ABX₃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- A: 有機カチオン（CH₃NH₃⁺など）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- B: 金属カチオン（Pb²⁺、Sn²⁺など）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- X: ハロゲンイオン（I⁻、Br⁻、Cl⁻）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【代表例】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CH₃NH₃PbI₃（メチルアンモニウム鉛ヨウ化物）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発展の歴史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2009年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桐蔭横浜大学の宮坂力教授らが初めて開発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変換効率: 3.8%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2012年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固体型ペロブスカイト太陽電池の開発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変換効率: 10%超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2015年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変換効率: 20%突破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2023年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実験室レベルで変換効率: 26%以上達成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シリコン太陽電池に匹敵する性能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基本構造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【層構造（上から下へ）】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1. 透明電極（ITO/FTO）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2. 電子輸送層（TiO₂など）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3. ペロブスカイト光吸収層 ★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4. 正孔輸送層（Spiro-OMeTADなど）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5. 金属電極（Au、Agなど）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【特徴】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薄膜構造（数百nm程度）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低温プロセスで製造可能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フレキシブル基板にも対応可能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動作原理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【ステップ1】光吸収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ペロブスカイト層が太陽光を吸収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励起子（電子-正孔対）を生成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【ステップ2】電荷分離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励起子が電子と正孔に分離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【ステップ3】電荷輸送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電子 → 電子輸送層へ移動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正孔 → 正孔輸送層へ移動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【ステップ4】電流生成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電極で電荷を収集し、外部回路に電流を供給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主な利点（1/2）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⚡ 高い変換効率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シリコン太陽電池に匹敵する26%以上の変換効率を達成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💰 低コスト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溶液プロセスで製造可能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安価な材料を使用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🌡️ 低温製造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150℃以下の低温で製造可能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（シリコンは1000℃以上が必要）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主な利点（2/2）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📱 柔軟性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フレキシブル基板への適用が可能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曲げられる太陽電池の実現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🎨 カラーバリエーション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材料の組成変更により色の調整が可能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建材一体型への応用に有利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🔬 簡易な製造プロセス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塗布やスピンコートなど簡単な方法で製造可能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克服すべき課題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🔴 【重要課題1】耐久性・安定性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湿度、熱、紫外線に弱い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長期安定性が不十分（劣化が早い）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実用化には20-25年の寿命が必要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🔴 【重要課題2】鉛の使用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高効率な材料には鉛が含まれる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環境・健康への影響が懸念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鉛フリー代替材料の開発が必要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🟡 大面積化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小型セルでは高効率だが、大型化で効率低下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🟡 製造プロセスの最適化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再現性の確保、量産技術の確立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最新の研究動向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【材料開発】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鉛フリーペロブスカイト（Snベース、Biベース）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2D/3Dハイブリッド構造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混合ハロゲン系ペロブスカイト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【安定性向上】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封止技術の改善、添加剤による安定化、界面工学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【タンデム太陽電池】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シリコン/ペロブスカイトタンデム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変換効率30%以上を目指す、実用化に最も近い技術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【新応用分野】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建材一体型（BIPV）、透明太陽電池、IoTデバイス用電源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タンデム太陽電池の可能性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【タンデム構造とは】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異なるバンドギャップを持つ複数の太陽電池を積層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ペロブスカイト層（高エネルギー光吸収）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+ シリコン層（低エネルギー光吸収）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【メリット】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太陽光スペクトルをより効率的に利用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理論変換効率: 35%以上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既存のシリコン技術と組み合わせ可能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【最新記録】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33.9%の変換効率達成（2024年）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将来展望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【短期（2025-2027年）】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タンデム太陽電池の商業化開始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耐久性10年以上の製品登場、特殊用途での実用化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【中期（2028-2032年）】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鉛フリー材料の実用化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大面積モジュールの量産開始、建材一体型製品の普及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【長期（2033年以降）】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シリコン太陽電池市場の一部代替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変換効率35%以上の達成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新しいエネルギーインフラの一翼を担う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【市場予測】2030年までに数十億ドル規模に成長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日本における取り組み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【研究機関】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桐蔭横浜大学: ペロブスカイト太陽電池の発祥地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東京大学: 高効率化・安定化研究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NIMS: 材料開発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産業技術総合研究所: 実用化研究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【企業】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パナソニック: タンデム太陽電池開発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積水化学: フィルム型太陽電池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東芝: 大面積化技術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リコー: インクジェット塗布技術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日本は基礎研究から実用化まで、世界をリード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【強み】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✓ 高い変換効率（26%以上）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✓ 低コスト製造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✓ 柔軟な応用可能性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✓ タンデム化による更なる高効率化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【課題】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✗ 長期安定性の確保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✗ 鉛の代替材料開発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✗ 大面積化技術、量産プロセスの確立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【結論】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ペロブスカイト太陽電池は、多くの課題を抱えながらも、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次世代の太陽光発電技術として大きな可能性を秘めています。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今後5-10年の研究開発が、実用化の鍵となります。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参考資料・さらに学ぶために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【主要な学術論文】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Nature Energy、Nature Photonicsなどの学術誌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NREL（米国再生可能エネルギー研究所）の効率チャート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【日本の研究機関】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桐蔭横浜大学 先端材料科学研究所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NEDO、JSTのプロジェクト情報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【国際会議】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HOPV (Hybrid and Organic Photovoltaics)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MRS (Materials Research Society) Meeting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